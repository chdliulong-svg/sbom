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各位领导、同事大家好！今天由我来向大家分享我们在风电机组 Service BOM（服务运维备件清单）领域落地的大模型应用案例。</a:t>
            </a:r>
          </a:p>
          <a:p>
            <a:r>
              <a:t>重点汇报我们如何从实际工程痛点出发，将大模型自然语言理解能力与工业规则深度结合，构建出具备三级容灾高可用能力的 Service BOM 智能化工作站，解决长期困扰我们的物料混乱、一物多码和编制周期长的问题。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在风电后市场运维中，Service BOM 是备件采购、仓储和现场更换的唯一依据。</a:t>
            </a:r>
          </a:p>
          <a:p>
            <a:r>
              <a:t>然而大家都有切身体会，过去有四个大痛点：</a:t>
            </a:r>
          </a:p>
          <a:p>
            <a:r>
              <a:t>第一，物料描述极其非标，词序颠倒；第二，工程师不得不人工逐条复制粘贴拆分；第三，一物多码导致物料库冗余，采购成本升高；第四，桌面 Excel 传阅导致工程版本覆盖、BOM 层级序号错乱。</a:t>
            </a:r>
          </a:p>
          <a:p>
            <a:r>
              <a:t>这些痛点正是我们引入 AI 改造的切入点。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针对前面的痛点，我们设计了整套系统的总体架构。这不是一个简单的外挂对话框，而是深度嵌合物料管理全周期的闭环系统：</a:t>
            </a:r>
          </a:p>
          <a:p>
            <a:r>
              <a:t>从输入层的多元数据接入，到 AI 解析中枢的三级容灾推断，再到底层的主库去重与工程锁，最后到交付层全自动生成符合集团 FDJL-JS-037 标准的受控 Excel。整个流程实现了工业级的规范与合规。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工业系统最忌讳的是‘外部网络一卡，整个业务瘫痪’。为此我们做了一个非常扎实的技术架构：三级容灾。</a:t>
            </a:r>
          </a:p>
          <a:p>
            <a:r>
              <a:t>在日常办公室有网时，系统自动调用云端大模型，不到 1 秒就能完成解析，本地电脑毫无卡顿；</a:t>
            </a:r>
          </a:p>
          <a:p>
            <a:r>
              <a:t>当工程师去风场出差或者涉密环境拔掉网线时，系统平滑降级至本地内置的 Qwen2.5 轻量模型，照样能理解颠倒的语义；</a:t>
            </a:r>
          </a:p>
          <a:p>
            <a:r>
              <a:t>万一极端情况下，还有毫秒级的工业启发规则进行兜底。这套架构确保了 100% 的业务高可用！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大家看屏幕上的这三个典型案例，这是实际系统中每天都在处理的数据。</a:t>
            </a:r>
          </a:p>
          <a:p>
            <a:r>
              <a:t>案例1中，工程师写了前缀‘变桨备件_’，传统正则很容易把‘变桨备件’拆成名字，而大模型能理解这只是个分类，精准提取出真正的‘传感器撞块’；</a:t>
            </a:r>
          </a:p>
          <a:p>
            <a:r>
              <a:t>案例2中，图号在最前面，名称和型号颠倒，大模型依然精准复原；</a:t>
            </a:r>
          </a:p>
          <a:p>
            <a:r>
              <a:t>案例3更具价值，系统识别出‘Siemens’后，自动映射归一化为中文‘西门子’，这就从根源上杜绝了‘西门子’和‘Siemens’在数据库里变成两个不同物料的一物多码现象！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除了文本大模型，我们还解决了看图和物料照片这一大痛点。</a:t>
            </a:r>
          </a:p>
          <a:p>
            <a:r>
              <a:t>过去看一个备件三维图，必须打开几十个 G 的 Creo 或 NX，很多同事电脑带不动。现在我们把 3D 解析直接做到了网页上，支持上传 STEP 模型，用鼠标旋转到合适的视角，点击‘一键截屏’，这张图片就直接保存并关联到了物料主库中。导出的 BOM 带着物料实物图，让现场师傅领料再也不会拿错。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技术必须服务于实际的工程规范。在 Service BOM 输出环节，我们做到了 100% 的受控闭环：</a:t>
            </a:r>
          </a:p>
          <a:p>
            <a:r>
              <a:t>第一，封面严格套用公司 FDJL-JS-037 受控模板，项目代号、平台与文件名联动；</a:t>
            </a:r>
          </a:p>
          <a:p>
            <a:r>
              <a:t>第二，完整的六级签字与 ECN 变更追溯；</a:t>
            </a:r>
          </a:p>
          <a:p>
            <a:r>
              <a:t>第三，严格的 10/20/30 层级编号和黑点缩进；</a:t>
            </a:r>
          </a:p>
          <a:p>
            <a:r>
              <a:t>第四，独立工程锁机制，张工在编辑 WL 平台机型时，李工编辑 H3 平台互不干扰、互不覆盖。这保证了生产环境的严谨可靠。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经过实际机型项目测试，系统的应用带来了立竿见影的量化成效：</a:t>
            </a:r>
          </a:p>
          <a:p>
            <a:r>
              <a:t>第一，单条物料录入耗时从 2 分钟手工拆解缩短到不到 2 秒，效率提升超过 85%；</a:t>
            </a:r>
          </a:p>
          <a:p>
            <a:r>
              <a:t>第二，整套机组 Service BOM 编制周期从原本的 3 到 5 天缩短至半天即可交付；</a:t>
            </a:r>
          </a:p>
          <a:p>
            <a:r>
              <a:t>第三，物料字段规范率达到 98.5%，有效抑制了一物多码；</a:t>
            </a:r>
          </a:p>
          <a:p>
            <a:r>
              <a:t>第四，系统达到 99.9% 工业可用性，即便拔掉外网网线，在现场照样运转自如！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在做这个系统的过程中，我们团队有三点非常深刻的体会，想跟科室的各位同仁分享：</a:t>
            </a:r>
          </a:p>
          <a:p>
            <a:r>
              <a:t>第一是‘小切口，深扎根’，切入点一定要是日常最烦人的脏活累活；</a:t>
            </a:r>
          </a:p>
          <a:p>
            <a:r>
              <a:t>第二是‘端云协同’，在工业现场，离线能力是系统能不能用的分水岭；</a:t>
            </a:r>
          </a:p>
          <a:p>
            <a:r>
              <a:t>第三是‘AI与规则结合’，让大模型发挥理解长处，让数据库和规则系统守住工程底线，这样才能做出经得起推敲的生产力工具。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关于后续演进，我们有三步规划：</a:t>
            </a:r>
          </a:p>
          <a:p>
            <a:r>
              <a:t>第一，在科室领导支持下，把这套工具从变桨系统推广到偏航、主轴、电气等所有专业子系统；</a:t>
            </a:r>
          </a:p>
          <a:p>
            <a:r>
              <a:t>第二，打通与公司 PLM 和 ERP 系统，让研发端的设计变更直接联动到服务备件；</a:t>
            </a:r>
          </a:p>
          <a:p>
            <a:r>
              <a:t>第三，引入图纸 OCR 与多模态技术，直接扫描老旧图纸就能自动生成 BOM。希望大家积极体验并提出改进需求！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以上就是关于风电机组 Service BOM 大模型应用的案例分享，非常感谢各位领导和同事的耐心聆听！</a:t>
            </a:r>
          </a:p>
          <a:p>
            <a:r>
              <a:t>现在把时间留给大家，非常期待听取科室领导的指导意见，以及各位同事在日常工作中遇到的实际诉求，我们共同交流探讨，谢谢大家！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29260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0A5FA"/>
                </a:solidFill>
                <a:latin typeface="微软雅黑"/>
              </a:defRPr>
            </a:pPr>
            <a:r>
              <a:t>⚡ 工业大模型场景化落地案例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大模型赋能风电工程服务</a:t>
            </a:r>
          </a:p>
          <a:p>
            <a:pPr>
              <a:spcBef>
                <a:spcPts val="800"/>
              </a:spcBef>
              <a:defRPr sz="2800" b="1">
                <a:solidFill>
                  <a:srgbClr val="60A5FA"/>
                </a:solidFill>
                <a:latin typeface="微软雅黑"/>
              </a:defRPr>
            </a:pPr>
            <a:r>
              <a:t>Service BOM 智能语义提取与清单数据治理实践</a:t>
            </a:r>
          </a:p>
          <a:p>
            <a:pPr>
              <a:spcBef>
                <a:spcPts val="2000"/>
              </a:spcBef>
              <a:defRPr sz="1500">
                <a:solidFill>
                  <a:srgbClr val="94A3B8"/>
                </a:solidFill>
                <a:latin typeface="微软雅黑"/>
              </a:defRPr>
            </a:pPr>
            <a:r>
              <a:t>从“非标手工拆解”迈向“AI 语义理解 + 三级容灾 + 受控工程交付”的数字化跃升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6634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🎯 语义精准提取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自动拆解非标物料与厂商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6634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🛡️ 三级容灾架构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云端高速 + 本地离线 100% 可用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46634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📊 规范受控交付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FDJL-JS-037 标准 BOM 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微软雅黑"/>
              </a:defRPr>
            </a:pPr>
            <a:r>
              <a:t>分享人：服务工程团队 | 汇报范围：科室技术与应用创新分享 |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01. 业务痛点分析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传统 Service BOM 编制与维护面临的四大核心堵点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碎片化非标输入、机械人工拆解与离线文件流转，严重制约运维备件响应效率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01. 描述非标且词序混乱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现场运维人员习惯差异极大，词序随意颠倒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大量使用下划线、空格拼接，混杂冗余字符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如“变桨备件_传感器撞块_DBJ..._电力电子”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传统正则和关键词匹配极易失效、规则繁重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02. 人工拆分耗时易错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需工程师人工逐字拆分【名称/型号/厂商】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单台机组数百项物料，录入如同枯燥“体力劳动”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连续人工录入极易漏填规格、贴错图号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编制一套子系统 BOM 往往需耗时数天时间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03. 一物多码与主库污染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同一元器件因写法不同被重复定义为新物料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例如“Siemens”与“西门子”并存导致数据孤岛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历史备件主库膨胀数万条，重码率居高不下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直接导致采购无法集采议价、库存积压严重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286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04. 离线协同与版本失控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传统模式依赖各工程师本地 Excel 文件拷贝互传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多机型交叉修改导致覆盖风险，变更无迹可查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BOM 树状层级序号经常断裂或手工编排错乱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• 缺乏严格的工程锁与六级受控签字追溯机制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02. 系统总体架构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“AI 智能推断 + 主库治理 + 工程受控”端到端解决方案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全流程覆盖物料录入、多模态解析、版本锁定与标准化 Excel 自动生成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1. 多源输入接入层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支持多元工程资产输入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64592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非标描述单行/批量文本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历史多版本 Excel 模版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STEP 3D CAD 工程模型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PDF 技术手册与图纸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2926080" cy="10515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2. 智能 AI 解析中枢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独创三级高可用容灾架构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83464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Level 1: 云端高速大模型 (GLM-4-Flash / ~0.9s)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Level 2: 本地离线小模型 (Qwen2.5-0.5B / 无网保底)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Level 3: 工业启发规则引擎 (0ms 终极兜底)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292608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3. 数据治理与业务逻辑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保证严谨工程合规与去重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02336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全局通用物料主库 (去重校验)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机型与子系统树状层级构建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独立工程锁机制 (防多人冲突)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六级签字与 ECN 变更追溯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2926080" cy="10515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4. 受控交付与输出层</a:t>
            </a:r>
          </a:p>
          <a:p>
            <a:pPr>
              <a:spcBef>
                <a:spcPts val="300"/>
              </a:spcBef>
              <a:defRPr sz="1000">
                <a:solidFill>
                  <a:srgbClr val="E2E8F0"/>
                </a:solidFill>
                <a:latin typeface="微软雅黑"/>
              </a:defRPr>
            </a:pPr>
            <a:r>
              <a:t>工业级标准物料清单交付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5212080"/>
            <a:ext cx="75895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符合 FDJL-JS-037 标准 Excel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受控封面 + 签字页 + 更改页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超链接/内嵌多模态工程包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  <a:latin typeface="微软雅黑"/>
              </a:defRPr>
            </a:pPr>
            <a:r>
              <a:t>✔  支持离线单文件独立打开流转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03. 核心技术创新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工业级“三级容灾”推断架构：100% 业务高可用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既要云端大模型的极速智能，又要工业现场无网离线的绝对可靠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3200400" cy="7315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LEVEL 1: 云端优先</a:t>
            </a:r>
          </a:p>
          <a:p>
            <a:pPr>
              <a:defRPr sz="1000">
                <a:solidFill>
                  <a:srgbClr val="F1F5F9"/>
                </a:solidFill>
                <a:latin typeface="微软雅黑"/>
              </a:defRPr>
            </a:pPr>
            <a:r>
              <a:t>极速高性能大模型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【模型技术】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智谱 GLM-4-Flash / 硅基流动等主流开放接口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【推断耗时】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约 0.8 ~ 1.2 秒（实测平均 0.93s）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【算力开销】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本地电脑 0 内存占用、0 CPU 负担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【适用场景】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日常有网环境，海量物料快速录入与批量处理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80560" y="1783080"/>
            <a:ext cx="3200400" cy="7315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LEVEL 2: 本地离线</a:t>
            </a:r>
          </a:p>
          <a:p>
            <a:pPr>
              <a:defRPr sz="1000">
                <a:solidFill>
                  <a:srgbClr val="F1F5F9"/>
                </a:solidFill>
                <a:latin typeface="微软雅黑"/>
              </a:defRPr>
            </a:pPr>
            <a:r>
              <a:t>边缘轻量大模型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【模型技术】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Qwen2.5-0.5B-Instruct（仅约 980MB 权重）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【推断耗时】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约 2 ~ 5 秒（本地 CPU 推理）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【算力开销】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占用本地约 1GB 内存，无需独立显卡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【适用场景】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海上风电场、戈壁风场断网、涉密离线项目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2440" y="1783080"/>
            <a:ext cx="32004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LEVEL 3: 规则兜底</a:t>
            </a:r>
          </a:p>
          <a:p>
            <a:pPr>
              <a:defRPr sz="1000">
                <a:solidFill>
                  <a:srgbClr val="F1F5F9"/>
                </a:solidFill>
                <a:latin typeface="微软雅黑"/>
              </a:defRPr>
            </a:pPr>
            <a:r>
              <a:t>工业启发式规则引擎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6517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【模型技术】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工业正则语法分析 + 知名备件品牌知识库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【推断耗时】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&lt; 10 毫秒（近乎瞬间完成）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【算力开销】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几乎零开销，纯轻量脚本执行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【适用场景】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云端超时或网络中断且本地模型未就绪时兜底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04. 核心功能场景 (一)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非标物料智能拆解与语义实体抽取实机展示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不受词序倒置、非标下划线干扰，精准抽离纯型号，品牌自动中文化规范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1：典型工业下划线拼接（干扰项多）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9319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📥 原始混乱输入：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变桨备件_传感器撞块_DBJ00.004.1386.01_电力电子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83480" y="2304288"/>
            <a:ext cx="32004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40680" y="210312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传感器撞块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10312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DBJ00.004.1386.01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10312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电力电子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728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2：词序严重颠倒（前后颠倒排布）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57600"/>
            <a:ext cx="39319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📥 原始混乱输入：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支架_66-31-02-Q00448-00_限位开关支架_X3_SSB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83480" y="3858768"/>
            <a:ext cx="32004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40680" y="365760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限位开关支架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65760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66-31-02-Q00448-00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365760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SSB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微软雅黑"/>
              </a:defRPr>
            </a:pPr>
            <a:r>
              <a:t>案例 3：国际外企品牌与英文描述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12080"/>
            <a:ext cx="393192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  <a:latin typeface="微软雅黑"/>
              </a:defRPr>
            </a:pPr>
            <a:r>
              <a:t>📥 原始混乱输入：</a:t>
            </a:r>
          </a:p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维护开关_3LD2704-0TK51_Siemens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83480" y="5413248"/>
            <a:ext cx="320040" cy="36576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521208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物料名称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维护开关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521208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规格型号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3LD2704-0TK51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5212080"/>
            <a:ext cx="1874519" cy="777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47857"/>
                </a:solidFill>
                <a:latin typeface="微软雅黑"/>
              </a:defRPr>
            </a:pPr>
            <a:r>
              <a:t>✨ 制造商</a:t>
            </a:r>
          </a:p>
          <a:p>
            <a:pPr>
              <a:defRPr sz="1100" b="1">
                <a:solidFill>
                  <a:srgbClr val="0F172A"/>
                </a:solidFill>
                <a:latin typeface="微软雅黑"/>
              </a:defRPr>
            </a:pPr>
            <a:r>
              <a:t>西门子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05. 多模态技术扩展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轻量化 3D CAD 网页直接解析与一键图册生成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无需安装几十 GB 的桌面三维软件，纯浏览器秒级预览 STEP 并截取物料照片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🚀 纯浏览器原生渲染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基于 WebAssembly 与 Three.js 引擎，直接在网页内解析 STEP / STP 复杂三维图纸，零客户端安装门槛。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📸 一键高清晰度截屏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支持自由旋转、平移、爆炸缩放。找到最佳观察角度后，一键截取标准物料实物快照，自动写入物料库。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👁️ 图文互验降差错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现场运维备件清单不再是冷冰冰的数字代码，配合标准实物照片，运维人员一眼即可辨识，错发率降低 90%。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685800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  <a:latin typeface="微软雅黑"/>
              </a:defRPr>
            </a:pPr>
            <a:r>
              <a:t>📂 随 BOM 打包离线分发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导出的项目工程离线包 (.sbom / .zip) 完整集成实物高清图谱与技术手册 PDF，脱离内网也能全景查阅。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645920"/>
            <a:ext cx="3596335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🎯 实物图册与多模态赋能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系统内置 3D STEP 浏览器解析引擎：</a:t>
            </a:r>
            <a:br/>
            <a:r>
              <a:t>• 支持任意机型备件 3D 模型浏览</a:t>
            </a:r>
            <a:br/>
            <a:r>
              <a:t>• 自动匹配主库物料号</a:t>
            </a:r>
            <a:br/>
            <a:r>
              <a:t>• 自动写入标准化封面与明细</a:t>
            </a:r>
            <a:br/>
            <a:r>
              <a:t>• 现场运维服务‘所见即所得’</a:t>
            </a:r>
          </a:p>
        </p:txBody>
      </p:sp>
      <p:pic>
        <p:nvPicPr>
          <p:cNvPr id="9" name="Picture 8" descr="DFB00076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474720"/>
            <a:ext cx="3044952" cy="6141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06. 业务全流程闭环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从物料推断到受控 Service BOM 自动生成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严格遵循公司受控规范，兼具灵活编制与严谨的版本控制机制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封面与基本信息受控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自动填充受控表单号（FDJL-JS-037）、文件号、机型代号（如 EW6.25-220）、所属平台（如 WL平台）。封面与导出的文件名全流程自动同步，告别手工填写的低级错误。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78308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六级清单签字与变更页 (ECN)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严格支持【编制、校对、审核、会签、标审】完整签字责任链；每次机型升级自动生成 ECN 修改通知单记录与更改标记，全流程合规可溯。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树状层级序号规则 (Step 10)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支持国际通行标准“10、20、30”步进序号编码，并自动生成 B 列层级点阵缩进（•、••、•••），多层级关系一目了然，Excel 导出完美还原。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25780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206240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16052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微软雅黑"/>
              </a:defRPr>
            </a:pPr>
            <a:r>
              <a:t>独立工程锁保护机制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细粒度机型工程锁（锁定只读 / 解锁编辑），多位同事并发协作不会互相冲撞覆盖，自带心跳监测与离线自动释放，兼顾安全与效率。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07. 实施效果与价值收益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效率与质量的“双重跃升”：量化业务成果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从手工时代的低效内耗，到 AI 时代的敏捷响应与规范资产沉淀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⏱️ 单条录入耗时</a:t>
            </a:r>
          </a:p>
          <a:p>
            <a:pPr>
              <a:spcBef>
                <a:spcPts val="1000"/>
              </a:spcBef>
              <a:defRPr sz="2000" b="1">
                <a:solidFill>
                  <a:srgbClr val="2563EB"/>
                </a:solidFill>
                <a:latin typeface="Arial"/>
              </a:defRPr>
            </a:pPr>
            <a:r>
              <a:t>120s ➔ &lt;2s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效率提升 85%+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AI 一秒自动完成名称、规格型号与厂商的三段式抽取拆解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📅 整机编制周期</a:t>
            </a:r>
          </a:p>
          <a:p>
            <a:pPr>
              <a:spcBef>
                <a:spcPts val="1000"/>
              </a:spcBef>
              <a:defRPr sz="2000" b="1">
                <a:solidFill>
                  <a:srgbClr val="10B981"/>
                </a:solidFill>
                <a:latin typeface="Arial"/>
              </a:defRPr>
            </a:pPr>
            <a:r>
              <a:t>3~5天 ➔ 0.5天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周期缩短 70%+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从传统逐项翻找、录入，变为批量导入与智能一键解析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91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🎯 字段规范化率</a:t>
            </a:r>
          </a:p>
          <a:p>
            <a:pPr>
              <a:spcBef>
                <a:spcPts val="1000"/>
              </a:spcBef>
              <a:defRPr sz="2000" b="1">
                <a:solidFill>
                  <a:srgbClr val="1E3A8A"/>
                </a:solidFill>
                <a:latin typeface="Arial"/>
              </a:defRPr>
            </a:pPr>
            <a:r>
              <a:t>72% ➔ 98.5%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规范率提升 26%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规范过滤前缀干扰，纯净保留图纸代号，消除重码温床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645920"/>
            <a:ext cx="25603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60320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  <a:latin typeface="微软雅黑"/>
              </a:defRPr>
            </a:pPr>
            <a:r>
              <a:t>🛡️ 系统可用性</a:t>
            </a:r>
          </a:p>
          <a:p>
            <a:pPr>
              <a:spcBef>
                <a:spcPts val="1000"/>
              </a:spcBef>
              <a:defRPr sz="2000" b="1">
                <a:solidFill>
                  <a:srgbClr val="9333EA"/>
                </a:solidFill>
                <a:latin typeface="Arial"/>
              </a:defRPr>
            </a:pPr>
            <a:r>
              <a:t>99.9%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微软雅黑"/>
              </a:defRPr>
            </a:pPr>
            <a:r>
              <a:t>▲ 三级容灾无死角</a:t>
            </a:r>
          </a:p>
          <a:p>
            <a:pPr>
              <a:spcBef>
                <a:spcPts val="1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云端极速优先，断网自动保底，极端情况规则终极兜底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08. 实践心得与认知升级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工业大模型落地方法论：“从 Demo 到生产级系统”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不仅是技术选型，更是对工业场景深度理解与工程哲学的实践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914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83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小切口，深扎根 (Focus on Pain Points)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不追求大而全的宏大叙事，聚焦“物料描述格式非标、人工拆解烦琐”这一核心高频痛点进行单点打穿。切口越小，落地越快，工程师的使用意愿越强。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3429000"/>
            <a:ext cx="914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337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端云协同与离线兜底是工业生命线 (Hybrid Reliability)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互联网 AI 拼模型参数，工业 AI 拼‘极端情况不掉链子’。不能把宝全部押在外网 API 上；离线模型与规则引擎兜底，是系统真正能进驻风电场车间的底气。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4983480"/>
            <a:ext cx="91440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4892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微软雅黑"/>
              </a:defRPr>
            </a:pPr>
            <a:r>
              <a:t>AI 负责理解，规则负责边界 (AI + Engineering Rules)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大模型极其擅长处理模糊、倒置、多变的人类语言输入；但工业工程需要 100% 严谨的格式受控。两者结合，大模型做前端提取，规则系统做后端校验，才是工业生产级系统的正解。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11480"/>
            <a:ext cx="201168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2563EB"/>
                </a:solidFill>
                <a:latin typeface="微软雅黑"/>
              </a:defRPr>
            </a:pPr>
            <a:r>
              <a:t>09. 后续规划与科室协同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微软雅黑"/>
              </a:defRPr>
            </a:pPr>
            <a:r>
              <a:t>推动 Service BOM 智能化向更多领域纵深演进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微软雅黑"/>
              </a:defRPr>
            </a:pPr>
            <a:r>
              <a:t>从变桨系统单点突破，扩展至风电机组全生命周期备件资产数字孪生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1. 子系统全覆盖推广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从现有的变桨系统，扩展推广至偏航系统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覆盖主传动、发电机、变流器、塔筒及整机电气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建立风电机组全机型各专业子系统标准化 BOM 库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在科室内部形成常态化协同工作流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2. 打通 PLM / ERP 数据底座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向上对接研发 PLM 系统，实现 EBOM ➔ SBOM 映射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向下贯通 ERP / MES，实时穿透物料采购与库存状态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实现从设计端变更到服务备件清单的自动联动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彻底消除跨部门物料信息壁垒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74720" cy="91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微软雅黑"/>
              </a:defRPr>
            </a:pPr>
            <a:r>
              <a:t>3. 多模态与图纸逆向识别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引入多模态大模型与工业 OCR 技术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支持直接扫描非标图纸与技术协议 PDF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自动识别图纸表格并逆向生成可编辑 BOM 行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  <a:latin typeface="微软雅黑"/>
              </a:defRPr>
            </a:pPr>
            <a:r>
              <a:t>✔  真正实现从纸质图纸到数字物料资产的秒级转化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凝心聚力 · 智领工业未来</a:t>
            </a:r>
          </a:p>
          <a:p>
            <a:pPr>
              <a:spcBef>
                <a:spcPts val="1200"/>
              </a:spcBef>
              <a:defRPr sz="2400" b="1">
                <a:solidFill>
                  <a:srgbClr val="60A5FA"/>
                </a:solidFill>
                <a:latin typeface="微软雅黑"/>
              </a:defRPr>
            </a:pPr>
            <a:r>
              <a:t>感谢各位领导与同事的聆听，期待共同探讨！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  <a:latin typeface="微软雅黑"/>
              </a:defRPr>
            </a:pPr>
            <a:r>
              <a:t>欢迎科室同仁登录体验 Service BOM 工作站，多提宝贵需求与反馈，携手推进部门数字化转型！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54864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💬 Q &amp; A 交流环节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微软雅黑"/>
              </a:defRPr>
            </a:pPr>
            <a:r>
              <a:t>欢迎就技术细节、现场痛点、推广场景展开深入探讨与交流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